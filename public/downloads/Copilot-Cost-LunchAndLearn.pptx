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5120640" cy="51206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2377440"/>
            <a:ext cx="4389120" cy="438912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</a:rPr>
              <a:t>TOKEN ECONOMICS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Smart on GitHub Copilot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</a:rPr>
              <a:t>A team lunch &amp; learn on the new AI Credits model — and the habits that cut our spend in half without losing capability.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4800600"/>
            <a:ext cx="1965960" cy="640080"/>
          </a:xfrm>
          <a:prstGeom prst="roundRect">
            <a:avLst>
              <a:gd name="adj" fmla="val 14286"/>
            </a:avLst>
          </a:prstGeom>
          <a:solidFill>
            <a:srgbClr val="02C39A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Basic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651760" y="4800600"/>
            <a:ext cx="1965960" cy="640080"/>
          </a:xfrm>
          <a:prstGeom prst="roundRect">
            <a:avLst>
              <a:gd name="adj" fmla="val 14286"/>
            </a:avLst>
          </a:prstGeom>
          <a:solidFill>
            <a:srgbClr val="00A896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5176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Intermediate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800600" y="4800600"/>
            <a:ext cx="1965960" cy="640080"/>
          </a:xfrm>
          <a:prstGeom prst="roundRect">
            <a:avLst>
              <a:gd name="adj" fmla="val 14286"/>
            </a:avLst>
          </a:prstGeom>
          <a:solidFill>
            <a:srgbClr val="028090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Advanced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</a:rPr>
              <a:t>Stock GitHub Copilot · Business · Enterprise · Pro   |   Figures as of June 2026 — verify against docs.github.com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</a:rPr>
              <a:t>WHY THIS MATTERS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changed in June 2026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49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828800"/>
            <a:ext cx="109728" cy="3383280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82"/>
                </a:solidFill>
              </a:rPr>
              <a:t>BEFORE — Premium Requests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800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</a:rPr>
              <a:t>The unit was a request you typed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</a:rPr>
              <a:t>Fixed monthly request count per plan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</a:rPr>
              <a:t>Model “multipliers” (0x base → ~30x frontier)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</a:rPr>
              <a:t>Agent’s internal steps were not all counted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</a:rPr>
              <a:t>Ran out → fell back to a free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33832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828800"/>
            <a:ext cx="109728" cy="33832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08483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21031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NOW — AI Credits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64808" y="269748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The unit is tokens: 1 credit = $0.01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Billed on input + output + cached tokens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Every agent step &amp; tool call is metered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Output tokens cost ~5x input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Ran out → work STOPS (no free fallback)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53766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Takeaway: cost is no longer “how many times I asked” — it’s model × context × round-trips.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</a:rPr>
              <a:t>THE WHOLE GUIDE IN ONE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levers set the cost of everything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520440" cy="338328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920240"/>
            <a:ext cx="3520440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963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 · Which model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Cheapest → priciest is a ~20x spread on input tokens. Match the model to the difficulty.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920240"/>
            <a:ext cx="3520440" cy="338328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920240"/>
            <a:ext cx="3520440" cy="1280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2286000"/>
            <a:ext cx="914400" cy="9144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9631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 · How much context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7200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Files, history &amp; tool schemas ride along every turn. Your prompt is the small part.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92440" y="1920240"/>
            <a:ext cx="3520440" cy="338328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92440" y="1920240"/>
            <a:ext cx="3520440" cy="12801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0" y="2286000"/>
            <a:ext cx="914400" cy="914400"/>
          </a:xfrm>
          <a:prstGeom prst="ellipse">
            <a:avLst/>
          </a:prstGeom>
          <a:solidFill>
            <a:srgbClr val="F4B400">
              <a:alpha val="2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49631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 · How many round-trips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36676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One chat reply vs. forty agent steps. Mode choice decides this.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</a:rPr>
              <a:t>Every technique in this deck pulls on one of these three. That’s the whole thing.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</a:rPr>
              <a:t>KNOW THE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forever vs. draws down credits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49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84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FREE — unlimited on paid plans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</a:rPr>
              <a:t>Inline code completions (ghost text)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</a:rPr>
              <a:t>Next Edit Suggestions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A6B82"/>
                </a:solidFill>
              </a:rPr>
              <a:t>Lean on these for routine coding. If a free completion can do it, don’t open chat.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49240" cy="356616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574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2084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METERED — uses credits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720840" y="27432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Copilot Chat (Ask / Edit / Agent)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Agent mode &amp; the Copilot CLI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Code review (also burns Actions minutes)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Cloud agent, Spaces, third-party agents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Plan allowances are pooled org-wide on Business/Enterprise and DON’T roll over month to month.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108960"/>
            <a:ext cx="5486400" cy="548640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27248"/>
            <a:ext cx="12161520" cy="4572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02C39A"/>
                </a:solidFill>
              </a:rPr>
              <a:t>TIER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</a:rPr>
              <a:t>Habits everyone adopts today. No setup, no admin rights — the biggest immediate wins.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331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</a:rPr>
              <a:t>TIER 1 · BASIC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habits, zero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56232"/>
            <a:ext cx="640080" cy="64008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933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Free completions first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414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Just writing code? Let ghost text do it. Don’t open chat for a 5-line function.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9392" y="160020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856232"/>
            <a:ext cx="640080" cy="64008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9933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8013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Default to “Auto”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5424" y="24414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Smart routing + a 10% discount on paid plans. Don’t switch models mid-chat.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55864" y="160020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4464" y="1856232"/>
            <a:ext cx="640080" cy="64008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993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18013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Be specific first time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1896" y="24414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Goal + constraints + stop condition. A vague prompt costs you twice.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324612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502152"/>
            <a:ext cx="640080" cy="64008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393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4472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Ask for terse output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8952" y="4087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Output tokens cost ~5x input. “Code only” / “two sentences” saves real money.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79392" y="324612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3502152"/>
            <a:ext cx="640080" cy="64008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63931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4472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New task = new chat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5424" y="4087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Threads resend their whole history every turn. Close the tab when done.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55864" y="324612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4464" y="3502152"/>
            <a:ext cx="640080" cy="64008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63931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34472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Smallest mode that works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1896" y="4087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Ask &lt; Edit &lt; Agent. Agent can cost 10–40x a single Ask.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0292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None of these need permission or config — just a shared way of working.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</a:rPr>
              <a:t>TIER 1 ·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specific prompt is cost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✕  WEAK  — invites a sprawling, pricey 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“Fix the bugs in my authentication code.”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49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  STRONG  — scoped, bounded, cheaper, more accurate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“In auth/session.py, refresh_token() returns None on an expired token instead of raising TokenExpiredError. Fix only that function. One-sentence cause first.”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11155680" cy="214884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Why the strong version wins on 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Right on the first pass → no expensive re-try loop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“Only that function” bounds scope → fewer output tokens, no wandering into other files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“One sentence” caps the explanation → trims the costly output tokens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Names the file → Copilot attaches the right context instead of guessing broadly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108960"/>
            <a:ext cx="5486400" cy="54864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27248"/>
            <a:ext cx="12161520" cy="4572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00A896"/>
                </a:solidFill>
              </a:rPr>
              <a:t>TIER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</a:rPr>
              <a:t>Configuration &amp; repeatable practice. Make the cheap path the default path for the whole team.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331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</a:rPr>
              <a:t>TIER 2 · CONFIGURE IT ONCE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relying on willpower — rely on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83664"/>
            <a:ext cx="548640" cy="54864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933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</a:rPr>
              <a:t>Scope context with #-references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1488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#file: and #sym: pin exactly what to read. Close stray tabs.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770632"/>
            <a:ext cx="5486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962656"/>
            <a:ext cx="548640" cy="54864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723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</a:rPr>
              <a:t>Short repo instructions file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22783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.github/copilot-instructions.md kills repeated mistakes.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849624"/>
            <a:ext cx="5486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4041648"/>
            <a:ext cx="548640" cy="54864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513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59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</a:rPr>
              <a:t>Make usage visible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430682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Status-bar gauge + Chat Debug View show tokens per turn.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928616"/>
            <a:ext cx="5486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5120640"/>
            <a:ext cx="548640" cy="54864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303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0383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</a:rPr>
              <a:t>Research → Plan → Implement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538581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Three fresh sessions beat one ballooning one.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63640" y="1691640"/>
            <a:ext cx="5394960" cy="42976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.vscode/settings.json  (ship to the team)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92240" y="2212848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Auto-compact long agent chats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"github.copilot.chat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.summarizeAgentConversationHistory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.enabled": true,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Hard cap on steps per agent run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(default 25 → bound worst-case cost)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"chat.agent.maxRequests": 15,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Route utility calls to a cheap model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"chat.utilityModel": "gpt-5-mini",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Compress big terminal output (preview)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"chat.tools.compressOutput.enabled": true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</a:rPr>
              <a:t>TIER 2 · SAMPLES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Copilot your conventions once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577840" cy="42976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conventions for Copilot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Output style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Default to code only. Prose only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asked.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Explanations: 2–3 sentences max.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Stack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Python 3.12, FastAPI, async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SQLAlchemy 2.0, Pydantic v2.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Money = Decimal, never float.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restate code in comments.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refactor unrelated code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fixing a bug.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5532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C39A"/>
                </a:solidFill>
              </a:rPr>
              <a:t>The “Don’t” block is doing cost work — it trims output and stops wandering.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</a:rPr>
              <a:t>The Research → Plan → Implement pattern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5257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331720"/>
            <a:ext cx="109728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6243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2450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Research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27889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Fresh chat, cheap model, Ask mode. “Explore how auth works. Don’t edit. Summarize.”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502152"/>
            <a:ext cx="5257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3502152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37947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3621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Plan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39593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New chat. Paste summary. “Write a step-by-step plan. List files. No code yet.”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672584"/>
            <a:ext cx="5257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672584"/>
            <a:ext cx="109728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9400" y="4965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69480" y="4791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Implement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69480" y="51297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82"/>
                </a:solidFill>
              </a:rPr>
              <a:t>New chat. Paste approved plan. Agent mode, one step at a time.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0" y="58978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</a:rPr>
              <a:t>Each session starts with minimal context instead of dragging an ever-growing history.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108960"/>
            <a:ext cx="5486400" cy="5486400"/>
          </a:xfrm>
          <a:prstGeom prst="ellipse">
            <a:avLst/>
          </a:prstGeom>
          <a:solidFill>
            <a:srgbClr val="02809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27248"/>
            <a:ext cx="12161520" cy="457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028090"/>
                </a:solidFill>
              </a:rPr>
              <a:t>TIER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</a:rPr>
              <a:t>Skills, hooks, MCP discipline &amp; org controls. The surfaces that save — or cost — the most.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331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</a:rPr>
              <a:t>TIER 3 · POWER SURFACES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Tame the CLI and your MCP servers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20624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05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Copilot CLI — context commands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/context        # see window usage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 ...    # summarise, keep focus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  or /new # reset between tasks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 gpt-5-mini   # cheap for routine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      # Plan Mode → fewer retries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Auto-compacts only at ~80% — compact 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proactively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526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Use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 (parallel subagents) sparingly — each carries its own context window.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64592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1051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MCP servers — a silent token tax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377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Each enabled tool injects its schema (~100–500 tokens) into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0B2545"/>
                </a:solidFill>
              </a:rPr>
              <a:t>every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 agent step.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4652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545"/>
                </a:solidFill>
              </a:rPr>
              <a:t>The rule: enable only what THIS task needs — like browser extensions.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46520" y="3657600"/>
            <a:ext cx="4937760" cy="1828800"/>
          </a:xfrm>
          <a:prstGeom prst="rect">
            <a:avLst/>
          </a:prstGeom>
          <a:solidFill>
            <a:srgbClr val="F0F4F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.vscode/mcp.json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83680" y="4041648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"github":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 "npx",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"args": ["-y","@github/mcp-server"],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"enabled": false   // on per-task only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</a:rPr>
              <a:t>TIER 3 · SKILLS &amp;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cheap path automatic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577840" cy="425196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05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</a:rPr>
              <a:t>Custom agent: a deliberately cheap reviewer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"Fast PR reviewer"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gpt-5-mini      # cheap model pinned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['codebase','search']  # no edit loop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the diff for correctness &amp;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vs. our conventions.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Bulleted issues, 1 line each, worst first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 NOT edit. Do NOT rewrite.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issues → reply "LGTM" only.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Max 8 bullets.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C39A"/>
                </a:solidFill>
              </a:rPr>
              <a:t>Cheap model + minimal tools + capped output = predictable cost.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94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105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</a:rPr>
              <a:t>Hooks: push correctness onto free tools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9224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Run linters &amp; tests after each edit. A bug caught mechanically is a model round-trip you didn’t pay for.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92240" y="3200400"/>
            <a:ext cx="4937760" cy="2286000"/>
          </a:xfrm>
          <a:prstGeom prst="rect">
            <a:avLst/>
          </a:prstGeom>
          <a:solidFill>
            <a:srgbClr val="F0F4F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294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.copilot/hooks.json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29400" y="36118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"postEdit": [{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"ruff check ${file} &amp;&amp; mypy ${file}",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"blocking": true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failures feed back to the agent as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free, deterministic signal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</a:rPr>
              <a:t>TIER 3 · FOR ADMINS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overspend structurally hard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The four budget layers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486400" cy="77724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57400"/>
            <a:ext cx="10972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User-level budget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3240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The ONLY hard per-person stop. $0 = blocked.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5486400" cy="77724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971800"/>
            <a:ext cx="109728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Cost-center budget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Caps a team’s metered charges past the pool.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5486400" cy="77724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86200"/>
            <a:ext cx="109728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Organization budget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3977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Tracks / limits spend for an org’s repos.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5486400" cy="77724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4800600"/>
            <a:ext cx="109728" cy="777240"/>
          </a:xfrm>
          <a:prstGeom prst="rect">
            <a:avLst/>
          </a:prstGeom>
          <a:solidFill>
            <a:srgbClr val="5A8DB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92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limit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4892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Caps total metered charges enterprise-wide.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600200"/>
            <a:ext cx="5349240" cy="4160520"/>
          </a:xfrm>
          <a:prstGeom prst="rect">
            <a:avLst/>
          </a:prstGeom>
          <a:solidFill>
            <a:srgbClr val="F4B4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83080"/>
            <a:ext cx="502920" cy="502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7804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Two defaults that will surprise you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8368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2545"/>
                </a:solidFill>
              </a:rPr>
              <a:t>“Stop usage when budget limit is reached” is OFF by default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0B2545"/>
                </a:solidFill>
              </a:rPr>
              <a:t>on enterprise &amp; cost-center limits. Left off they’re alerts, not caps. Turn it ON for every hard ceiling.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2545"/>
                </a:solidFill>
              </a:rPr>
              <a:t>A $0 enterprise budget does NOT stop individuals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0B2545"/>
                </a:solidFill>
              </a:rPr>
              <a:t>the way the old trick did. Use universal user-level budgets as the real per-person stop.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</a:rPr>
              <a:t>CARRY THIS IN YOUR 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mode / model do I 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128016" cy="7863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Writing routine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69164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Inline completions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89720" y="16916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2C39A"/>
                </a:solidFill>
              </a:rPr>
              <a:t>FREE — don’t open 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32888"/>
            <a:ext cx="11155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32888"/>
            <a:ext cx="128016" cy="7863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3288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Quick question / explain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53288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Ask + Auto (light model)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89720" y="253288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0A896"/>
                </a:solidFill>
              </a:rPr>
              <a:t>Lowest metered cost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1115568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74136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7413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Clear change, 1–few files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37413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Edit + Auto, #-scoped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89720" y="337413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28090"/>
                </a:solidFill>
              </a:rPr>
              <a:t>Medium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15384"/>
            <a:ext cx="11155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215384"/>
            <a:ext cx="128016" cy="786384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1538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Multi-file feature / migration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421538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Research→Plan→Implement, Agent, maxRequests capped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9720" y="421538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B5860B"/>
                </a:solidFill>
              </a:rPr>
              <a:t>Highest — be deliberate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056632"/>
            <a:ext cx="1115568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056632"/>
            <a:ext cx="128016" cy="7863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5663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Deep architecture / subtle bug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5056632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545"/>
                </a:solidFill>
              </a:rPr>
              <a:t>Frontier model, one focused session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89720" y="505663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F96167"/>
                </a:solidFill>
              </a:rPr>
              <a:t>Worth it; then stop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Copilot Cost Optimization · Lunch &amp; Learn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743200"/>
            <a:ext cx="4572000" cy="45720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</a:rPr>
              <a:t>THE THREE RULES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 of the savings in three lines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Completions are free; agent mode is expensive.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ADCFC"/>
                </a:solidFill>
              </a:rPr>
              <a:t>Use the smallest mode that does the job.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3375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Auto by default.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ADCFC"/>
                </a:solidFill>
              </a:rPr>
              <a:t>10% off and smart routing for zero effort.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3891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Small context, fresh sessions.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ADCFC"/>
                </a:solidFill>
              </a:rPr>
              <a:t>Tokens you don’t send are tokens you don’t pay for.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715000"/>
            <a:ext cx="10058400" cy="822960"/>
          </a:xfrm>
          <a:prstGeom prst="rect">
            <a:avLst/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5715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CADCFC"/>
                </a:solidFill>
              </a:rPr>
              <a:t>The goal isn’t minimal usage — it’s value per credit. Spend freely on hard problems; be frugal on routine work.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Cost Optimization — Lunch &amp; Learn</dc:title>
  <dc:subject>PptxGenJS Presentation</dc:subject>
  <dc:creator>Platform Engineering</dc:creator>
  <cp:lastModifiedBy>Platform Engineering</cp:lastModifiedBy>
  <cp:revision>1</cp:revision>
  <dcterms:created xsi:type="dcterms:W3CDTF">2026-06-05T08:56:38Z</dcterms:created>
  <dcterms:modified xsi:type="dcterms:W3CDTF">2026-06-05T08:56:38Z</dcterms:modified>
</cp:coreProperties>
</file>